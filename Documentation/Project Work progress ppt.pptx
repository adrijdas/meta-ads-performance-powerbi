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62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PROGRESS LOG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step-by-step record of building the Power BI dashboard — from raw data to final report.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Adrij Das  •  Data Analyst Portfolio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46920" y="4892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Dataset in Power BI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Importing the raw source data to begin the build.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90444" y="1252728"/>
            <a:ext cx="6608064" cy="5038344"/>
          </a:xfrm>
          <a:prstGeom prst="roundRect">
            <a:avLst>
              <a:gd name="adj" fmla="val 1089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  <a:effectLst>
            <a:outerShdw blurRad="127000" dist="38100" dir="5400000" algn="bl" rotWithShape="0">
              <a:srgbClr val="1A2338">
                <a:alpha val="18000"/>
              </a:srgbClr>
            </a:outerShdw>
          </a:effectLst>
        </p:spPr>
      </p:sp>
      <p:pic>
        <p:nvPicPr>
          <p:cNvPr id="7" name="Image 0" descr="/home/claude/work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036" y="1417320"/>
            <a:ext cx="6278880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Relationships Between Tables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tables through the data model so they can be queried together.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2722" y="1252728"/>
            <a:ext cx="9263507" cy="5038344"/>
          </a:xfrm>
          <a:prstGeom prst="roundRect">
            <a:avLst>
              <a:gd name="adj" fmla="val 1089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  <a:effectLst>
            <a:outerShdw blurRad="127000" dist="38100" dir="5400000" algn="bl" rotWithShape="0">
              <a:srgbClr val="1A2338">
                <a:alpha val="18000"/>
              </a:srgbClr>
            </a:outerShdw>
          </a:effectLst>
        </p:spPr>
      </p:sp>
      <p:pic>
        <p:nvPicPr>
          <p:cNvPr id="7" name="Image 0" descr="/home/claude/work/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314" y="1417320"/>
            <a:ext cx="8934323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the ad_events and users Tables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new relationship to join campaign events with user records.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3790" y="1252728"/>
            <a:ext cx="4881372" cy="5038344"/>
          </a:xfrm>
          <a:prstGeom prst="roundRect">
            <a:avLst>
              <a:gd name="adj" fmla="val 1124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  <a:effectLst>
            <a:outerShdw blurRad="127000" dist="38100" dir="5400000" algn="bl" rotWithShape="0">
              <a:srgbClr val="1A2338">
                <a:alpha val="18000"/>
              </a:srgbClr>
            </a:outerShdw>
          </a:effectLst>
        </p:spPr>
      </p:sp>
      <p:pic>
        <p:nvPicPr>
          <p:cNvPr id="7" name="Image 0" descr="/home/claude/work/unpack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382" y="1417320"/>
            <a:ext cx="4552188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DAX Measures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calculations the dashboard's visuals will run 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2722" y="1252728"/>
            <a:ext cx="9263507" cy="5038344"/>
          </a:xfrm>
          <a:prstGeom prst="roundRect">
            <a:avLst>
              <a:gd name="adj" fmla="val 1089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  <a:effectLst>
            <a:outerShdw blurRad="127000" dist="38100" dir="5400000" algn="bl" rotWithShape="0">
              <a:srgbClr val="1A2338">
                <a:alpha val="18000"/>
              </a:srgbClr>
            </a:outerShdw>
          </a:effectLst>
        </p:spPr>
      </p:sp>
      <p:pic>
        <p:nvPicPr>
          <p:cNvPr id="7" name="Image 0" descr="/home/claude/work/unpacked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314" y="1417320"/>
            <a:ext cx="8934323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Out the Charts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the modeled data into the report's core visuals.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2722" y="1252728"/>
            <a:ext cx="9263507" cy="5038344"/>
          </a:xfrm>
          <a:prstGeom prst="roundRect">
            <a:avLst>
              <a:gd name="adj" fmla="val 1089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  <a:effectLst>
            <a:outerShdw blurRad="127000" dist="38100" dir="5400000" algn="bl" rotWithShape="0">
              <a:srgbClr val="1A2338">
                <a:alpha val="18000"/>
              </a:srgbClr>
            </a:outerShdw>
          </a:effectLst>
        </p:spPr>
      </p:sp>
      <p:pic>
        <p:nvPicPr>
          <p:cNvPr id="7" name="Image 0" descr="/home/claude/work/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314" y="1417320"/>
            <a:ext cx="8934323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Month from the Date Column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Deriving a month field to support time-based calculations.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2722" y="1252728"/>
            <a:ext cx="9263507" cy="5038344"/>
          </a:xfrm>
          <a:prstGeom prst="roundRect">
            <a:avLst>
              <a:gd name="adj" fmla="val 1089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  <a:effectLst>
            <a:outerShdw blurRad="127000" dist="38100" dir="5400000" algn="bl" rotWithShape="0">
              <a:srgbClr val="1A2338">
                <a:alpha val="18000"/>
              </a:srgbClr>
            </a:outerShdw>
          </a:effectLst>
        </p:spPr>
      </p:sp>
      <p:pic>
        <p:nvPicPr>
          <p:cNvPr id="7" name="Image 0" descr="/home/claude/work/unpacked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314" y="1417320"/>
            <a:ext cx="8934323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06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Refining the Build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Mid-build state, still in progress.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2722" y="1252728"/>
            <a:ext cx="9263507" cy="5038344"/>
          </a:xfrm>
          <a:prstGeom prst="roundRect">
            <a:avLst>
              <a:gd name="adj" fmla="val 1089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  <a:effectLst>
            <a:outerShdw blurRad="127000" dist="38100" dir="5400000" algn="bl" rotWithShape="0">
              <a:srgbClr val="1A2338">
                <a:alpha val="18000"/>
              </a:srgbClr>
            </a:outerShdw>
          </a:effectLst>
        </p:spPr>
      </p:sp>
      <p:pic>
        <p:nvPicPr>
          <p:cNvPr id="7" name="Image 0" descr="/home/claude/work/unpacked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314" y="1417320"/>
            <a:ext cx="8934323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07 /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Touches on the Project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Polishing the report ahead of publishing.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2722" y="1252728"/>
            <a:ext cx="9263507" cy="5038344"/>
          </a:xfrm>
          <a:prstGeom prst="roundRect">
            <a:avLst>
              <a:gd name="adj" fmla="val 1089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  <a:effectLst>
            <a:outerShdw blurRad="127000" dist="38100" dir="5400000" algn="bl" rotWithShape="0">
              <a:srgbClr val="1A2338">
                <a:alpha val="18000"/>
              </a:srgbClr>
            </a:outerShdw>
          </a:effectLst>
        </p:spPr>
      </p:sp>
      <p:pic>
        <p:nvPicPr>
          <p:cNvPr id="7" name="Image 0" descr="/home/claude/work/unpacked/ppt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314" y="1417320"/>
            <a:ext cx="8934323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231</Words>
  <Application>Microsoft Office PowerPoint</Application>
  <PresentationFormat>Widescreen</PresentationFormat>
  <Paragraphs>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Adrij Das</cp:lastModifiedBy>
  <cp:revision>2</cp:revision>
  <dcterms:created xsi:type="dcterms:W3CDTF">2026-08-02T17:02:56Z</dcterms:created>
  <dcterms:modified xsi:type="dcterms:W3CDTF">2026-08-02T17:03:25Z</dcterms:modified>
</cp:coreProperties>
</file>